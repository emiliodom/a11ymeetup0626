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7132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First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Gutenberg Block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Emilio Dominguez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Accessibility Meetup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Goal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mystery out of the WordPress Block Editor.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EEF4FC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Shortcodes 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"Classic" development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outdated.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27248" y="2926080"/>
            <a:ext cx="365760" cy="0"/>
          </a:xfrm>
          <a:prstGeom prst="line">
            <a:avLst/>
          </a:prstGeom>
          <a:noFill/>
          <a:ln w="25400">
            <a:solidFill>
              <a:srgbClr val="0057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797"/>
                </a:solidFill>
              </a:rPr>
              <a:t>▶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11880" y="16002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BEE"/>
          </a:solidFill>
          <a:ln w="25400">
            <a:solidFill>
              <a:srgbClr val="F2CD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9202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real custom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Gutenberg block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217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a local development environment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@wordpress/create-block to scaffold a project instantly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basic file structure: block.json, edit.js, save.js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attributes so users can change text within the editor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 interface vs the Save function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basics in the WordPress context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Session, You Will: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217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difference between Edit (admin view) and Save (visitor view)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how to use JSX basics within WordPress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compile, and activate your own custom block plugin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confident moving from Classic to Block-based development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Gutenberg Block?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self-contained, reusable piece of content in the WordPress block editor.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way — Shortcodes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8346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[contact-form]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[gallery ids='1,2,3']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[button text='Click me']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Memorise syntax. No preview. Breaks if plugin deactivates.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way — Blocks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463040"/>
            <a:ext cx="28346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drag-and-drop in the editor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 while editing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HTML output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100% of the code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Files That Matter Most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EEF4FC"/>
          </a:solidFill>
          <a:ln w="19050">
            <a:solidFill>
              <a:srgbClr val="0057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edit.js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ADMIN sees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WordPress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controls and toolbars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pickers and toggles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 of content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5603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5786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77640" y="1143000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FFFBEE"/>
          </a:solidFill>
          <a:ln w="19050">
            <a:solidFill>
              <a:srgbClr val="F2C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129844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6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save.js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69080" y="17830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VISITORS see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live website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9080" y="25146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semantic HTML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and deterministic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to the 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Your Environment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two free things installed before we begin: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EEF4FC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Node.js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nodejs.org/en/download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LTS version.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EEF4FC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600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LocalWP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localwp.com (free)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WordPress on your machine.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Node.js is installed: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6217920" cy="777240"/>
          </a:xfrm>
          <a:prstGeom prst="rect">
            <a:avLst/>
          </a:prstGeom>
          <a:solidFill>
            <a:srgbClr val="0F243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456432"/>
            <a:ext cx="599846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C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--version   # shows v18.x.x or higher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C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--version    # shows v9.x.x or higher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Creates Everything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your WordPress plugins folder, then run: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6217920" cy="1828800"/>
          </a:xfrm>
          <a:prstGeom prst="rect">
            <a:avLst/>
          </a:prstGeom>
          <a:solidFill>
            <a:srgbClr val="0F243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81912"/>
            <a:ext cx="5998464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C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wp-content/plugins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C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npx @wordpress/create-block my-notice-block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C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my-notice-block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C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start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npm start watches your files and recompiles automatically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npx?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767328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npx comes with Node.js. It downloads and runs a tool without installing it first — so  npx @wordpress/create-block  downloads the official WP block scaffolding tool and runs it immediately.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File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block.json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612648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45720" cy="329184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13385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ID card — name, title, attributes, supports. WordPress reads this first.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984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4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src/edit.js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612648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84248"/>
            <a:ext cx="45720" cy="329184"/>
          </a:xfrm>
          <a:prstGeom prst="rect">
            <a:avLst/>
          </a:prstGeom>
          <a:solidFill>
            <a:srgbClr val="072446"/>
          </a:solidFill>
          <a:ln w="12700">
            <a:solidFill>
              <a:srgbClr val="0724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00253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view — what the admin sees. Import WP tools, export Edit component.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85292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src/save.js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612648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52928"/>
            <a:ext cx="45720" cy="329184"/>
          </a:xfrm>
          <a:prstGeom prst="rect">
            <a:avLst/>
          </a:prstGeom>
          <a:solidFill>
            <a:srgbClr val="8A6500"/>
          </a:solidFill>
          <a:ln w="12700">
            <a:solidFill>
              <a:srgbClr val="8A6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87121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view — static HTML saved to the database. Use useBlockProps.save().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7216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src/style.scss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050792"/>
            <a:ext cx="612648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21608"/>
            <a:ext cx="45720" cy="329184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373989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styles — applied in both the editor and on the live website.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Attributes — Making It Editable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block.json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2834640" cy="1005840"/>
          </a:xfrm>
          <a:prstGeom prst="rect">
            <a:avLst/>
          </a:prstGeom>
          <a:solidFill>
            <a:srgbClr val="0F243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17904"/>
            <a:ext cx="2615184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"attributes":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"noticeText": { "type": "string", "default": "Your notice here..."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"noticeType": { "type": "string", "default": "info"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0972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edit.js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444752"/>
            <a:ext cx="2788920" cy="2377440"/>
          </a:xfrm>
          <a:prstGeom prst="rect">
            <a:avLst/>
          </a:prstGeom>
          <a:solidFill>
            <a:srgbClr val="0F243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517904"/>
            <a:ext cx="2569464" cy="2231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Edit(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attributes, setAttributes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&lt;RichText tagName='p'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value={attributes.noticeText}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onChange={(v) =&gt;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setAttributes({noticeText:v})}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2834640" cy="1005840"/>
          </a:xfrm>
          <a:prstGeom prst="rect">
            <a:avLst/>
          </a:prstGeom>
          <a:solidFill>
            <a:srgbClr val="EEF4FC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60320"/>
            <a:ext cx="73152" cy="100584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651760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concept: attributes flow one way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926080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passes values in. You call setAttributes() to update them. The block re-renders automatically.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Rule: Edit vs Save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EEF4FC"/>
          </a:solidFill>
          <a:ln w="25400">
            <a:solidFill>
              <a:srgbClr val="0057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edit.js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view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controls and pickers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handles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82112" y="26334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77640" y="114300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FFBEE"/>
          </a:solidFill>
          <a:ln w="25400">
            <a:solidFill>
              <a:srgbClr val="F2CD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2984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save.js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69080" y="175564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view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live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69080" y="26700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HTML output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to database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markup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Basics in the WordPress 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looks like HTML but it's JavaScript. WordPress compiles it with npm start.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6217920" cy="2926080"/>
          </a:xfrm>
          <a:prstGeom prst="rect">
            <a:avLst/>
          </a:prstGeom>
          <a:solidFill>
            <a:srgbClr val="0F2438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81912"/>
            <a:ext cx="5998464" cy="2779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JSX in edit.js — looks like HTML, it's JavaScript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C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role="region"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C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aria-label={`${noticeType} notice`}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C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 aria-hidden="true"&gt;{ICONS[noticeType]}&lt;/span&gt;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&lt;RichText tagName='p'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value={noticeText}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onChange={(v) =&gt; setAttributes({ noticeText: v })}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&lt;/section&gt;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Built Into Your Block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5720" cy="54864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role="region"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08176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the wrapper into a navigable landmark — screen reader users can jump to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5720" cy="54864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aria-label="..."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39696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the landmark an accessible name — tells users exactly what region they entered.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5720" cy="54864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aria-live="polite"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71216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Announces dynamic changes without interrupting screen reader users.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45720" cy="54864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aria-hidden="true"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602736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Hides decorative icons — prevents duplicate announcements from screen readers.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45720" cy="54864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 not &lt;div&gt;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34256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 — a &lt;div&gt; means nothing to AT; &lt;section role=region&gt; is a navigable landmark.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and Test Your Block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384048" cy="384048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170432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 wp-admin → Plugins → find 'My Notice Block' → Activate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37944"/>
            <a:ext cx="384048" cy="384048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865376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Page or Post in WordPress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532888"/>
            <a:ext cx="384048" cy="384048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560320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 /  in the editor → search 'notice' → click to insert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227832"/>
            <a:ext cx="384048" cy="384048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27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255264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block → open the Settings sidebar (⚙ icon)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922776"/>
            <a:ext cx="384048" cy="384048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950208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Notice Type dropdown → watch the icon update live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Block vs Major Plugins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6126480" cy="347472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  <a:gridCol w="868680"/>
                <a:gridCol w="960120"/>
                <a:gridCol w="868680"/>
                <a:gridCol w="868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4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Block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4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Yoast SEO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4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WooCommerce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4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4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44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HTML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24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plugin dependency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24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WCAG 2.1 AA built 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24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own the code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24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monthly fee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24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Freemium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Freemium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Freemium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Freemium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HTML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24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Classic to Block-Based Development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to Rewrite Everything Overnight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6217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new block for your next client project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create-block tool handles all the boilerplate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is already baked in — don't bolt it on later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skills transfer to Full Site Editing and Block Themes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Block Accessibility Checklist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33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33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 uses &lt;section role="region" aria-label="..."&gt; not &lt;div&gt;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63624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aria-live="polite" if content updates dynamically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197510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75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98424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aria-hidden="true" on all decorative icons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40487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text contrast meets 4.5:1 (verified with WebAIM checker)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81635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2825496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interactions work with Tab, Enter, and Space keys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24612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with NVDA + Firefox or VoiceOver + Safari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666744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uses  *:focus { outline: none }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40782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782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08736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 users of notice type via colour + icon + aria-label (not colour alone)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Start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First Steps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545336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Node.js (nodejs.org) and LocalWP (localwp.com)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9397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130552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 npx @wordpress/create-block  and explore the generated files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67919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715768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edit.js and save.js following the patterns in this session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26440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300984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keyboard navigation: Tab through your block without a mouse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8496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388620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axe DevTools (deque.com/axe) to scan for accessibility issues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43484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4471416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Block Editor Handbook: developer.wordpress.org/block-editor/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583680" cy="0"/>
          </a:xfrm>
          <a:prstGeom prst="line">
            <a:avLst/>
          </a:prstGeom>
          <a:noFill/>
          <a:ln w="6350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" cy="182880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52144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Editor Handbook</a:t>
            </a:r>
            <a:pPr indent="0" marL="0">
              <a:buNone/>
            </a:pPr>
            <a:r>
              <a:rPr lang="en-US" sz="12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developer.wordpress.org/block-editor/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182880" cy="182880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27632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@wordpress/create-block</a:t>
            </a:r>
            <a:pPr indent="0" marL="0">
              <a:buNone/>
            </a:pPr>
            <a:r>
              <a:rPr lang="en-US" sz="12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developer.wordpress.org/block-editor/reference-guides/packages/packages-create-block/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182880" cy="182880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0312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Accessibility Meetup</a:t>
            </a:r>
            <a:pPr indent="0" marL="0">
              <a:buNone/>
            </a:pPr>
            <a:r>
              <a:rPr lang="en-US" sz="12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equalizedigital.com/wordpress-accessibility-meetup/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182880" cy="182880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78608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Quick Reference</a:t>
            </a:r>
            <a:pPr indent="0" marL="0">
              <a:buNone/>
            </a:pPr>
            <a:r>
              <a:rPr lang="en-US" sz="12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www.w3.org/WAI/WCAG21/quickref/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182880" cy="182880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54096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DevTools</a:t>
            </a:r>
            <a:pPr indent="0" marL="0">
              <a:buNone/>
            </a:pPr>
            <a:r>
              <a:rPr lang="en-US" sz="12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deque.com/axe/devtools/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182880" cy="182880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9584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WebAIM Contrast Checker</a:t>
            </a:r>
            <a:pPr indent="0" marL="0">
              <a:buNone/>
            </a:pPr>
            <a:r>
              <a:rPr lang="en-US" sz="12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webaim.org/resources/contrastchecker/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041648"/>
            <a:ext cx="182880" cy="182880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05072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LocalWP (free local WordPress)</a:t>
            </a:r>
            <a:pPr indent="0" marL="0">
              <a:buNone/>
            </a:pPr>
            <a:r>
              <a:rPr lang="en-US" sz="12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localwp.com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517136"/>
            <a:ext cx="182880" cy="182880"/>
          </a:xfrm>
          <a:prstGeom prst="ellipse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8056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pPr indent="0" marL="0">
              <a:buNone/>
            </a:pPr>
            <a:r>
              <a:rPr lang="en-US" sz="12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nodejs.org/en/download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537960" y="0"/>
            <a:ext cx="1325880" cy="5143500"/>
          </a:xfrm>
          <a:prstGeom prst="rtTriangle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200400" cy="685800"/>
          </a:xfrm>
          <a:prstGeom prst="rect">
            <a:avLst/>
          </a:prstGeom>
          <a:solidFill>
            <a:srgbClr val="005797"/>
          </a:solidFill>
          <a:ln w="12700">
            <a:solidFill>
              <a:srgbClr val="0057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Emilio Dominguez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Accessibility Meetup  ·  equalizedigital.com/wordpress-accessibility-meetup/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43936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4850892"/>
            <a:ext cx="658368" cy="182880"/>
          </a:xfrm>
          <a:prstGeom prst="rect">
            <a:avLst/>
          </a:prstGeom>
          <a:solidFill>
            <a:srgbClr val="F2CD1D"/>
          </a:solidFill>
          <a:ln w="12700">
            <a:solidFill>
              <a:srgbClr val="F2CD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48417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72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7132320" y="48874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5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EqualizeDigital.com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Your First Accessible Gutenberg Block</dc:title>
  <dc:subject>PptxGenJS Presentation</dc:subject>
  <dc:creator>Emilio Dominguez</dc:creator>
  <cp:lastModifiedBy>Emilio Dominguez</cp:lastModifiedBy>
  <cp:revision>1</cp:revision>
  <dcterms:created xsi:type="dcterms:W3CDTF">2026-06-16T04:15:22Z</dcterms:created>
  <dcterms:modified xsi:type="dcterms:W3CDTF">2026-06-16T04:15:22Z</dcterms:modified>
</cp:coreProperties>
</file>